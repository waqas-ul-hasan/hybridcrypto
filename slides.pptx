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File Encryption System using Hybrid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 lvl="1"/>
            <a:r>
              <a:t>Information Security — Group Project</a:t>
            </a:r>
          </a:p>
          <a:p>
            <a:pPr lvl="1"/>
            <a:r>
              <a:t>Presented by: Waqas Ul Hasan (FA23-BCS-167) &amp; Qurat Ul ain (FA23-BCS-195)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Secure File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in Transit</a:t>
            </a:r>
          </a:p>
          <a:p>
            <a:pPr lvl="1"/>
            <a:r>
              <a:t>Files sent over networks can be intercepted by attackers using packet sniffing tools</a:t>
            </a:r>
          </a:p>
          <a:p>
            <a:pPr/>
            <a:r>
              <a:t>Data at Rest</a:t>
            </a:r>
          </a:p>
          <a:p>
            <a:pPr lvl="1"/>
            <a:r>
              <a:t>Files stored on disk are vulnerable if a system is compromised or storage is stolen</a:t>
            </a:r>
          </a:p>
          <a:p>
            <a:pPr/>
            <a:r>
              <a:t>Key Distribution</a:t>
            </a:r>
          </a:p>
          <a:p>
            <a:pPr lvl="1"/>
            <a:r>
              <a:t>Symmetric encryption alone can't securely share the secret key between parties</a:t>
            </a:r>
          </a:p>
          <a:p>
            <a:pPr lvl="1"/>
            <a:r>
              <a:t>⚡ Solution: Combine symmetric speed with asymmetric security — Hybrid Cryptography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Hybrid Cryptography?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⚡ AES (Symmetric)</a:t>
            </a:r>
          </a:p>
          <a:p>
            <a:pPr lvl="1"/>
            <a:r>
              <a:t>✅ Extremely fast</a:t>
            </a:r>
          </a:p>
          <a:p>
            <a:pPr lvl="1"/>
            <a:r>
              <a:t>✅ Handles any file size</a:t>
            </a:r>
          </a:p>
          <a:p>
            <a:pPr lvl="1"/>
            <a:r>
              <a:t>✅ Low CPU overhead</a:t>
            </a:r>
          </a:p>
          <a:p>
            <a:pPr lvl="1"/>
            <a:r>
              <a:t>❌ Key distribution problem</a:t>
            </a:r>
          </a:p>
          <a:p>
            <a:pPr lvl="1"/>
            <a:r>
              <a:t>❌ Both parties need same key</a:t>
            </a:r>
          </a:p>
          <a:p>
            <a:pPr/>
            <a:r>
              <a:t>🔑 RSA (Asymmetric)</a:t>
            </a:r>
          </a:p>
          <a:p>
            <a:pPr lvl="1"/>
            <a:r>
              <a:t>✅ Solves key distribution</a:t>
            </a:r>
          </a:p>
          <a:p>
            <a:pPr lvl="1"/>
            <a:r>
              <a:t>✅ Public key freely shared</a:t>
            </a:r>
          </a:p>
          <a:p>
            <a:pPr lvl="1"/>
            <a:r>
              <a:t>✅ Private key never transmitted</a:t>
            </a:r>
          </a:p>
          <a:p>
            <a:pPr lvl="1"/>
            <a:r>
              <a:t>❌ Slow — can't encrypt files</a:t>
            </a:r>
          </a:p>
          <a:p>
            <a:pPr lvl="1"/>
            <a:r>
              <a:t>❌ Limited data size (~214 bytes)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Cryptographic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AES</a:t>
            </a:r>
          </a:p>
          <a:p>
            <a:pPr lvl="1"/>
            <a:r>
              <a:t>Symmetric</a:t>
            </a:r>
          </a:p>
          <a:p>
            <a:pPr lvl="1"/>
            <a:r>
              <a:t>256-bit</a:t>
            </a:r>
          </a:p>
          <a:p>
            <a:pPr lvl="1"/>
            <a:r>
              <a:t>CBC + PKCS7</a:t>
            </a:r>
          </a:p>
          <a:p>
            <a:pPr lvl="1"/>
            <a:r>
              <a:t>Encrypt file content (fast)</a:t>
            </a:r>
          </a:p>
          <a:p>
            <a:pPr lvl="1"/>
            <a:r>
              <a:t>RSA</a:t>
            </a:r>
          </a:p>
          <a:p>
            <a:pPr lvl="1"/>
            <a:r>
              <a:t>Asymmetric</a:t>
            </a:r>
          </a:p>
          <a:p>
            <a:pPr lvl="1"/>
            <a:r>
              <a:t>2048-bit</a:t>
            </a:r>
          </a:p>
          <a:p>
            <a:pPr lvl="1"/>
            <a:r>
              <a:t>OAEP + SHA-256</a:t>
            </a:r>
          </a:p>
          <a:p>
            <a:pPr lvl="1"/>
            <a:r>
              <a:t>Encrypt AES session key</a:t>
            </a:r>
          </a:p>
          <a:p>
            <a:pPr lvl="1"/>
            <a:r>
              <a:t>HMAC</a:t>
            </a:r>
          </a:p>
          <a:p>
            <a:pPr lvl="1"/>
            <a:r>
              <a:t>MAC / Integrity</a:t>
            </a:r>
          </a:p>
          <a:p>
            <a:pPr lvl="1"/>
            <a:r>
              <a:t>256-bit tag</a:t>
            </a:r>
          </a:p>
          <a:p>
            <a:pPr lvl="1"/>
            <a:r>
              <a:t>SHA-256</a:t>
            </a:r>
          </a:p>
          <a:p>
            <a:pPr lvl="1"/>
            <a:r>
              <a:t>Detect tampering</a:t>
            </a:r>
          </a:p>
          <a:p>
            <a:pPr lvl="1"/>
            <a:r>
              <a:t>IV</a:t>
            </a:r>
          </a:p>
          <a:p>
            <a:pPr lvl="1"/>
            <a:r>
              <a:t>Randomness</a:t>
            </a:r>
          </a:p>
          <a:p>
            <a:pPr lvl="1"/>
            <a:r>
              <a:t>128-bit</a:t>
            </a:r>
          </a:p>
          <a:p>
            <a:pPr lvl="1"/>
            <a:r>
              <a:t>CSPRNG</a:t>
            </a:r>
          </a:p>
          <a:p>
            <a:pPr lvl="1"/>
            <a:r>
              <a:t>Prevent pattern leakage</a:t>
            </a:r>
          </a:p>
          <a:p>
            <a:pPr/>
            <a:r>
              <a:t>OAEP Padding</a:t>
            </a:r>
          </a:p>
          <a:p>
            <a:pPr lvl="1"/>
            <a:r>
              <a:t>Optimal Asymmetric Encryption Padding adds randomness to RSA, preventing deterministic outputs and chosen-ciphertext attacks</a:t>
            </a:r>
          </a:p>
          <a:p>
            <a:pPr/>
            <a:r>
              <a:t>Encrypt-then-MAC</a:t>
            </a:r>
          </a:p>
          <a:p>
            <a:pPr lvl="1"/>
            <a:r>
              <a:t>HMAC is computed over ciphertext after encryption — provably secure ordering that detects tampering before decryption begins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🔒 Encryption Flow</a:t>
            </a:r>
          </a:p>
          <a:p>
            <a:pPr/>
            <a:r>
              <a:t>📦 .enc File Format</a:t>
            </a:r>
          </a:p>
          <a:p>
            <a:pPr/>
            <a:r>
              <a:t>┌─────────────────────────────┐</a:t>
            </a:r>
            <a:br/>
            <a:r>
              <a:t>│  MAGIC HEADER   (8 bytes)  │</a:t>
            </a:r>
            <a:br/>
            <a:r>
              <a:t>├─────────────────────────────┤</a:t>
            </a:r>
            <a:br/>
            <a:r>
              <a:t>│  KEY LENGTH     (2 bytes)  │</a:t>
            </a:r>
            <a:br/>
            <a:r>
              <a:t>├─────────────────────────────┤</a:t>
            </a:r>
            <a:br/>
            <a:r>
              <a:t>│  RSA-ENCRYPTED AES KEY     │</a:t>
            </a:r>
            <a:br/>
            <a:r>
              <a:t>│  (256 bytes for 2048-bit)  │</a:t>
            </a:r>
            <a:br/>
            <a:r>
              <a:t>├─────────────────────────────┤</a:t>
            </a:r>
            <a:br/>
            <a:r>
              <a:t>│  AES IV         (16 bytes) │</a:t>
            </a:r>
            <a:br/>
            <a:r>
              <a:t>├─────────────────────────────┤</a:t>
            </a:r>
            <a:br/>
            <a:r>
              <a:t>│  HMAC-SHA256    (32 bytes) │</a:t>
            </a:r>
            <a:br/>
            <a:r>
              <a:t>├─────────────────────────────┤</a:t>
            </a:r>
            <a:br/>
            <a:r>
              <a:t>│  CIPHERTEXT     (variable) │</a:t>
            </a:r>
            <a:br/>
            <a:r>
              <a:t>└─────────────────────────────┘</a:t>
            </a:r>
          </a:p>
          <a:p>
            <a:pPr lvl="1"/>
            <a:r>
              <a:t>Project Files: hybrid_crypto.py • cli.py • gui.py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 AES-256-CBC Encryption from Crypto.Cipher import AES, PKCS1_OAEP from Crypto.PublicKey import RSA from Crypto.Random import get_random_bytes # 1. Generate session key aes_key = get_random_bytes ( 32 ) # 256-bit iv      = get_random_bytes ( 16 ) # 128-bit IV # 2. Encrypt file data cipher = AES. new (aes_key, AES.MODE_CBC, iv)</a:t>
            </a:r>
            <a:br/>
            <a:r>
              <a:t>ciphertext = cipher. encrypt ( pad (data, 16 )) # 3. HMAC integrity tag mac = hmac. new (aes_key, iv+ciphertext,</a:t>
            </a:r>
            <a:br/>
            <a:r>
              <a:t>              hashlib.sha256). digest () # 4. Encrypt AES key with RSA rsa_key = RSA. import_key (pub_pem)</a:t>
            </a:r>
            <a:br/>
            <a:r>
              <a:t>cipher_rsa = PKCS1_OAEP. new (rsa_key)</a:t>
            </a:r>
            <a:br/>
            <a:r>
              <a:t>enc_key = cipher_rsa. encrypt (aes_key)</a:t>
            </a:r>
          </a:p>
          <a:p>
            <a:pPr/>
            <a:r>
              <a:t>🏗️ Module Structure</a:t>
            </a:r>
          </a:p>
          <a:p>
            <a:pPr lvl="1"/>
            <a:r>
              <a:t>app.py           ← PyQt6 desktop app ⭐ hybrid_crypto.py ← Core engine cli.py           ← Terminal CLI test_crypto.py   ← 10 tests (all pass) dist/HybridCrypto.exe ← Standalone .exe</a:t>
            </a:r>
          </a:p>
          <a:p>
            <a:pPr/>
            <a:r>
              <a:t>📦 Dependencies</a:t>
            </a:r>
          </a:p>
          <a:p>
            <a:pPr lvl="1"/>
            <a:r>
              <a:t>• PyCryptodome 3.19+ (crypto primitives) • PyQt6 6.6+ (desktop UI framework) • PyInstaller (standalone .exe build) • Python 3.8+ standard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Step 1: Key Gen</a:t>
            </a:r>
          </a:p>
          <a:p>
            <a:pPr/>
            <a:r>
              <a:t>python cli.py keygen \</a:t>
            </a:r>
            <a:br/>
            <a:r>
              <a:t>  --private keys/private.pem \</a:t>
            </a:r>
            <a:br/>
            <a:r>
              <a:t>  --public  keys/public.pem</a:t>
            </a:r>
          </a:p>
          <a:p>
            <a:pPr lvl="1"/>
            <a:r>
              <a:t>Generates RSA-2048 key pair with SHA-256 fingerprint</a:t>
            </a:r>
          </a:p>
          <a:p>
            <a:pPr/>
            <a:r>
              <a:t>Step 2: Encrypt</a:t>
            </a:r>
          </a:p>
          <a:p>
            <a:pPr/>
            <a:r>
              <a:t>python cli.py encrypt \</a:t>
            </a:r>
            <a:br/>
            <a:r>
              <a:t>  --input  secret.txt \</a:t>
            </a:r>
            <a:br/>
            <a:r>
              <a:t>  --output secret.enc \</a:t>
            </a:r>
            <a:br/>
            <a:r>
              <a:t>  --key    keys/public.pem</a:t>
            </a:r>
          </a:p>
          <a:p>
            <a:pPr lvl="1"/>
            <a:r>
              <a:t>Produces encrypted .enc bundle unreadable without private key</a:t>
            </a:r>
          </a:p>
          <a:p>
            <a:pPr/>
            <a:r>
              <a:t>Step 3: Decrypt</a:t>
            </a:r>
          </a:p>
          <a:p>
            <a:pPr/>
            <a:r>
              <a:t>python cli.py decrypt \</a:t>
            </a:r>
            <a:br/>
            <a:r>
              <a:t>  --input  secret.enc \</a:t>
            </a:r>
            <a:br/>
            <a:r>
              <a:t>  --output recovered.txt \</a:t>
            </a:r>
            <a:br/>
            <a:r>
              <a:t>  --key    keys/private.pem</a:t>
            </a:r>
          </a:p>
          <a:p>
            <a:pPr lvl="1"/>
            <a:r>
              <a:t>HMAC verified first; plaintext restored if integrity OK</a:t>
            </a:r>
          </a:p>
          <a:p>
            <a:pPr lvl="1"/>
            <a:r>
              <a:t>🚨 Tamper Detection Demo: Flip bits in .enc file → INTEGRITY CHECK FAILED → Decryption aborted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Desktop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🖥️ User-Friendly Interface</a:t>
            </a:r>
          </a:p>
          <a:p>
            <a:pPr lvl="1"/>
            <a:r>
              <a:t>We built a fully featured PyQt6 Desktop Application to make encryption accessible to non-technical users.</a:t>
            </a:r>
          </a:p>
          <a:p>
            <a:pPr lvl="1"/>
            <a:r>
              <a:t>Dashboard: Real-time system status</a:t>
            </a:r>
          </a:p>
          <a:p>
            <a:pPr lvl="1"/>
            <a:r>
              <a:t>Key Generation: One-click RSA key pairs</a:t>
            </a:r>
          </a:p>
          <a:p>
            <a:pPr lvl="1"/>
            <a:r>
              <a:t>File Pickers: Easy browse for files &amp; keys</a:t>
            </a:r>
          </a:p>
          <a:p>
            <a:pPr lvl="1"/>
            <a:r>
              <a:t>Live Logging: See background tasks run</a:t>
            </a:r>
          </a:p>
          <a:p>
            <a:pPr/>
            <a:r>
              <a:t>🚀 Standalone Executable</a:t>
            </a:r>
          </a:p>
          <a:p>
            <a:pPr/>
            <a:r>
              <a:t>dist\HybridCrypto.exe</a:t>
            </a:r>
          </a:p>
          <a:p>
            <a:pPr lvl="1"/>
            <a:r>
              <a:t>No Python installation required. Double-click to run on any Windows machine.</a:t>
            </a:r>
          </a:p>
          <a:p>
            <a:pPr/>
            <a:r>
              <a:t>🧵 Threaded Operations</a:t>
            </a:r>
          </a:p>
          <a:p>
            <a:pPr lvl="1"/>
            <a:r>
              <a:t>Heavy cryptographic tasks run on background threads, ensuring the UI remains perfectly smooth and responsive.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✅ Test Suite Results</a:t>
            </a:r>
          </a:p>
          <a:p>
            <a:pPr lvl="1"/>
            <a:r>
              <a:t>Empty file (0 bytes)</a:t>
            </a:r>
          </a:p>
          <a:p>
            <a:pPr lvl="1"/>
            <a:r>
              <a:t>PASS ✓</a:t>
            </a:r>
          </a:p>
          <a:p>
            <a:pPr lvl="1"/>
            <a:r>
              <a:t>Small text (27 bytes)</a:t>
            </a:r>
          </a:p>
          <a:p>
            <a:pPr lvl="1"/>
            <a:r>
              <a:t>Multiline text (440 bytes)</a:t>
            </a:r>
          </a:p>
          <a:p>
            <a:pPr lvl="1"/>
            <a:r>
              <a:t>Binary data (4 KB)</a:t>
            </a:r>
          </a:p>
          <a:p>
            <a:pPr lvl="1"/>
            <a:r>
              <a:t>Large file (512 KB)</a:t>
            </a:r>
          </a:p>
          <a:p>
            <a:pPr lvl="1"/>
            <a:r>
              <a:t>Tamper detection</a:t>
            </a:r>
          </a:p>
          <a:p>
            <a:pPr lvl="1"/>
            <a:r>
              <a:t>SHA-256 hash match</a:t>
            </a:r>
          </a:p>
          <a:p>
            <a:pPr/>
            <a:r>
              <a:t>📊 Performance</a:t>
            </a:r>
          </a:p>
          <a:p>
            <a:pPr lvl="1"/>
            <a:r>
              <a:t>✓ SHA-256 hashes match before/after in all test cases ✓ All 10 unit tests pass (0 failures) ✓ Supports text, binary, PDF, image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✅ Strengths</a:t>
            </a:r>
          </a:p>
          <a:p>
            <a:pPr/>
            <a:r>
              <a:t>⚠️ Known Limitations</a:t>
            </a:r>
          </a:p>
          <a:p>
            <a:pPr lvl="1"/>
            <a:r>
              <a:t>• Private key stored unencrypted on disk • No perfect forward secrecy (RSA reuse) • No key revocation mechanism • Single-recipient encryption only</a:t>
            </a:r>
          </a:p>
          <a:p>
            <a:pPr/>
            <a:r>
              <a:t>🔮 Future Improvements</a:t>
            </a:r>
          </a:p>
          <a:p>
            <a:pPr lvl="1"/>
            <a:r>
              <a:t>• Passphrase-protected private key (AES-256-GCM wrapping) • Digital signatures (RSA + SHA-256) • Elliptic Curve Cryptography (ECDH) • Multi-recipient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We successfully implemented a Secure File Encryption System combining RSA-2048, AES-256-CBC, and HMAC-SHA256. The system provides confidentiality, integrity, and authenticity for any file type.</a:t>
            </a:r>
          </a:p>
          <a:p>
            <a:pPr lvl="1"/>
            <a:r>
              <a:t>Information Security — Group Project  | 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