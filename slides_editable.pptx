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44" y="-5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532" y="1091153"/>
            <a:ext cx="1046261" cy="1104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000">
                <a:solidFill>
                  <a:srgbClr val="F0F6FC"/>
                </a:solidFill>
              </a:defRPr>
            </a:pPr>
            <a:r>
              <a:t>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0862" y="2404616"/>
            <a:ext cx="8165453" cy="1268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200" b="1">
                <a:solidFill>
                  <a:srgbClr val="F0F6FC"/>
                </a:solidFill>
              </a:defRPr>
            </a:pPr>
            <a:r>
              <a:rPr dirty="0"/>
              <a:t>Secure File Encryption System</a:t>
            </a:r>
            <a:br>
              <a:rPr dirty="0"/>
            </a:br>
            <a:r>
              <a:rPr dirty="0"/>
              <a:t>using Hybrid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2242" y="3730376"/>
            <a:ext cx="3702694" cy="451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>
                <a:solidFill>
                  <a:srgbClr val="8B949E"/>
                </a:solidFill>
              </a:defRPr>
            </a:pPr>
            <a:r>
              <a:rPr dirty="0"/>
              <a:t>Information Security —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3463" y="4430931"/>
            <a:ext cx="935235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rPr dirty="0"/>
              <a:t>RSA-2048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2876" y="4433981"/>
            <a:ext cx="1178867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3B341"/>
                </a:solidFill>
              </a:defRPr>
            </a:pPr>
            <a:r>
              <a:rPr dirty="0"/>
              <a:t>AES-256-CBC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7732" y="4427106"/>
            <a:ext cx="125432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rPr dirty="0"/>
              <a:t>HMAC-SHA256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8161" y="4431080"/>
            <a:ext cx="165601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rPr dirty="0"/>
              <a:t>PYQT6 DESKTOP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2486" y="5410464"/>
            <a:ext cx="5638513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5">
                <a:solidFill>
                  <a:srgbClr val="8B949E"/>
                </a:solidFill>
              </a:defRPr>
            </a:pPr>
            <a:r>
              <a:rPr sz="1400" dirty="0"/>
              <a:t>Presented by: Waqas Ul Hasan (FA23-BCS-167) &amp; </a:t>
            </a:r>
            <a:r>
              <a:rPr sz="1400" dirty="0" err="1"/>
              <a:t>Qurat</a:t>
            </a:r>
            <a:r>
              <a:rPr sz="1400" dirty="0"/>
              <a:t> Ul </a:t>
            </a:r>
            <a:r>
              <a:rPr sz="1400" dirty="0" err="1"/>
              <a:t>ain</a:t>
            </a:r>
            <a:r>
              <a:rPr sz="1400" dirty="0"/>
              <a:t> (FA23-BCS-195)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6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8224" y="1301530"/>
            <a:ext cx="82296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rPr dirty="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605557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The Problem: Secure File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rPr dirty="0"/>
              <a:t>Data in Transit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rPr dirty="0"/>
              <a:t>Files sent over networks can be intercepted by attackers using packet sniffing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34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Data at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34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Files stored on disk are vulnerable if a system is compromised or storage is stolen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29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Key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29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Symmetric encryption alone can't securely share the secret key between parties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4" y="5107632"/>
            <a:ext cx="1011554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rPr sz="1400" dirty="0"/>
              <a:t>Solution: Combine symmetric speed with asymmetric security — Hybrid Cryptography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9707" y="1001924"/>
            <a:ext cx="44278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rPr dirty="0"/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304925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Why Hybrid Cryptography?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4" y="230505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AES (Symmetric)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284" y="2805123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Extremely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284" y="3181360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dirty="0"/>
              <a:t>✅ Handles any file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284" y="3562360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Low CPU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284" y="3943360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Key distribution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284" y="4324360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Both parties need same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4" y="230505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RSA (Asymmetric)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2684" y="2805123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Solves key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2684" y="3181360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Public key freely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2684" y="3562360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✅ Private key never transmitted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2684" y="3943360"/>
            <a:ext cx="462914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Slow — can't encrypt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2684" y="4324360"/>
            <a:ext cx="462914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❌ Limited data size (~214 bytes)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6925" y="5405401"/>
            <a:ext cx="767541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dirty="0"/>
              <a:t>File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006" y="5407768"/>
            <a:ext cx="968425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dirty="0"/>
              <a:t>AES-256 Encrypt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1932" y="5407768"/>
            <a:ext cx="91386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dirty="0"/>
              <a:t> Ciphertext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864" y="5403034"/>
            <a:ext cx="815781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dirty="0"/>
              <a:t>🗝 AES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930" y="5410135"/>
            <a:ext cx="103632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dirty="0"/>
              <a:t>RSA-2048 Encrypt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2190" y="5403034"/>
            <a:ext cx="91386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dirty="0"/>
              <a:t> .enc Bundle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023" y="1053924"/>
            <a:ext cx="858696" cy="143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3B341"/>
                </a:solidFill>
              </a:defRPr>
            </a:pPr>
            <a:r>
              <a:rPr dirty="0"/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358800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Cryptographic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9023" y="2244625"/>
            <a:ext cx="162222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dirty="0"/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1249" y="2244625"/>
            <a:ext cx="203983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1087" y="2244625"/>
            <a:ext cx="16420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Key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3108" y="2244625"/>
            <a:ext cx="22638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Mode/Variant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6932" y="2244625"/>
            <a:ext cx="309056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452" y="2639912"/>
            <a:ext cx="62691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dirty="0"/>
              <a:t>AES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1249" y="2639912"/>
            <a:ext cx="2039838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Symmetric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1087" y="2639912"/>
            <a:ext cx="164202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256-bit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3108" y="2639912"/>
            <a:ext cx="226382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CBC + PKCS7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6932" y="2639912"/>
            <a:ext cx="309056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Encrypt file content (fast)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023" y="3006625"/>
            <a:ext cx="1622226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RSA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1249" y="3006625"/>
            <a:ext cx="2039838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Asymmetric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1087" y="3006625"/>
            <a:ext cx="164202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2048-bit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3108" y="3006625"/>
            <a:ext cx="226382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OAEP + 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6932" y="3006625"/>
            <a:ext cx="309056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Encrypt AES session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023" y="3378100"/>
            <a:ext cx="1622226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HMAC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1249" y="3378100"/>
            <a:ext cx="2039838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MAC /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1087" y="3378100"/>
            <a:ext cx="164202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256-bit 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3108" y="3378100"/>
            <a:ext cx="226382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SHA-256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6932" y="3378100"/>
            <a:ext cx="309056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Detect tampering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023" y="3749575"/>
            <a:ext cx="1622226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1249" y="3749575"/>
            <a:ext cx="2039838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Randomness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1087" y="3749575"/>
            <a:ext cx="164202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128-bit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3108" y="3749575"/>
            <a:ext cx="226382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CSPRNG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6932" y="3749575"/>
            <a:ext cx="3090564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Prevent pattern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4" y="4435375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OAEP Padding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4" y="4787800"/>
            <a:ext cx="4629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Optimal Asymmetric Encryption Padding adds randomness to RSA, preventing deterministic outputs and chosen-ciphertext attacks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4624" y="4435375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Encrypt-then-MAC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624" y="4787800"/>
            <a:ext cx="4629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HMAC is computed over ciphertext after encryption — provably secure ordering that detects tampering before decryption begins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7532" y="644346"/>
            <a:ext cx="1445567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rPr dirty="0"/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956220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99" y="1718220"/>
            <a:ext cx="5181599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🔒 Encryption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399" y="1718220"/>
            <a:ext cx="518159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.enc File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4364" y="2318295"/>
            <a:ext cx="1989667" cy="2923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E6EDF3"/>
                </a:solidFill>
              </a:defRPr>
            </a:pPr>
            <a:r>
              <a:rPr sz="1000" dirty="0"/>
              <a:t>┌─────────────────────────────┐</a:t>
            </a:r>
            <a:br>
              <a:rPr sz="1000" dirty="0"/>
            </a:br>
            <a:r>
              <a:rPr sz="1000" dirty="0"/>
              <a:t>│  MAGIC HEADER   (8 bytes)  │</a:t>
            </a:r>
            <a:br>
              <a:rPr sz="1000" dirty="0"/>
            </a:br>
            <a:r>
              <a:rPr sz="1000" dirty="0"/>
              <a:t>├─────────────────────────────┤</a:t>
            </a:r>
            <a:br>
              <a:rPr sz="1000" dirty="0"/>
            </a:br>
            <a:r>
              <a:rPr sz="1000" dirty="0"/>
              <a:t>│  KEY LENGTH     (2 bytes)  │</a:t>
            </a:r>
            <a:br>
              <a:rPr sz="1000" dirty="0"/>
            </a:br>
            <a:r>
              <a:rPr sz="1000" dirty="0"/>
              <a:t>├─────────────────────────────┤</a:t>
            </a:r>
            <a:br>
              <a:rPr sz="1000" dirty="0"/>
            </a:br>
            <a:r>
              <a:rPr sz="1000" dirty="0"/>
              <a:t>│  RSA-ENCRYPTED AES KEY     │</a:t>
            </a:r>
            <a:br>
              <a:rPr sz="1000" dirty="0"/>
            </a:br>
            <a:r>
              <a:rPr sz="1000" dirty="0"/>
              <a:t>│  (256 bytes for 2048-bit)  │</a:t>
            </a:r>
            <a:br>
              <a:rPr sz="1000" dirty="0"/>
            </a:br>
            <a:r>
              <a:rPr sz="1000" dirty="0"/>
              <a:t>├─────────────────────────────┤</a:t>
            </a:r>
            <a:br>
              <a:rPr sz="1000" dirty="0"/>
            </a:br>
            <a:r>
              <a:rPr sz="1000" dirty="0"/>
              <a:t>│  AES IV         (16 bytes) │</a:t>
            </a:r>
            <a:br>
              <a:rPr sz="1000" dirty="0"/>
            </a:br>
            <a:r>
              <a:rPr sz="1000" dirty="0"/>
              <a:t>├─────────────────────────────┤</a:t>
            </a:r>
            <a:br>
              <a:rPr sz="1000" dirty="0"/>
            </a:br>
            <a:r>
              <a:rPr sz="1000" dirty="0"/>
              <a:t>│  HMAC-SHA256    (32 bytes) │</a:t>
            </a:r>
            <a:br>
              <a:rPr sz="1000" dirty="0"/>
            </a:br>
            <a:r>
              <a:rPr sz="1000" dirty="0"/>
              <a:t>├─────────────────────────────┤</a:t>
            </a:r>
            <a:br>
              <a:rPr sz="1000" dirty="0"/>
            </a:br>
            <a:r>
              <a:rPr sz="1000" dirty="0"/>
              <a:t>│  CIPHERTEXT     (variable) │</a:t>
            </a:r>
            <a:br>
              <a:rPr sz="1000" dirty="0"/>
            </a:br>
            <a:r>
              <a:rPr sz="1000" dirty="0"/>
              <a:t>└─────────────────────────────┘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4" y="5740747"/>
            <a:ext cx="4629149" cy="370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Project Files: hybrid_crypto.py • cli.py • gui.py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4617" y="680223"/>
            <a:ext cx="32385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rPr dirty="0"/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993278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Core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466" y="2179140"/>
            <a:ext cx="5181599" cy="3554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62">
                <a:solidFill>
                  <a:srgbClr val="E6EDF3"/>
                </a:solidFill>
              </a:defRPr>
            </a:pPr>
            <a:r>
              <a:rPr sz="1100" dirty="0"/>
              <a:t># AES-256-CBC Encryption</a:t>
            </a:r>
            <a:br>
              <a:rPr sz="1100" dirty="0"/>
            </a:br>
            <a:r>
              <a:rPr sz="1100" dirty="0"/>
              <a:t>from </a:t>
            </a:r>
            <a:r>
              <a:rPr sz="1100" dirty="0" err="1"/>
              <a:t>Crypto.Cipher</a:t>
            </a:r>
            <a:r>
              <a:rPr sz="1100" dirty="0"/>
              <a:t> import AES, PKCS1_OAEP</a:t>
            </a:r>
            <a:br>
              <a:rPr sz="1100" dirty="0"/>
            </a:br>
            <a:r>
              <a:rPr sz="1100" dirty="0"/>
              <a:t>from </a:t>
            </a:r>
            <a:r>
              <a:rPr sz="1100" dirty="0" err="1"/>
              <a:t>Crypto.PublicKey</a:t>
            </a:r>
            <a:r>
              <a:rPr sz="1100" dirty="0"/>
              <a:t> import RSA</a:t>
            </a:r>
            <a:br>
              <a:rPr sz="1100" dirty="0"/>
            </a:br>
            <a:r>
              <a:rPr sz="1100" dirty="0"/>
              <a:t>from </a:t>
            </a:r>
            <a:r>
              <a:rPr sz="1100" dirty="0" err="1"/>
              <a:t>Crypto.Random</a:t>
            </a:r>
            <a:r>
              <a:rPr sz="1100" dirty="0"/>
              <a:t> import </a:t>
            </a:r>
            <a:r>
              <a:rPr sz="1100" dirty="0" err="1"/>
              <a:t>get_random_bytes</a:t>
            </a:r>
            <a:br>
              <a:rPr sz="1100" dirty="0"/>
            </a:br>
            <a:br>
              <a:rPr sz="1100" dirty="0"/>
            </a:br>
            <a:r>
              <a:rPr sz="1100" dirty="0"/>
              <a:t># 1. Generate session key</a:t>
            </a:r>
            <a:br>
              <a:rPr sz="1100" dirty="0"/>
            </a:br>
            <a:r>
              <a:rPr sz="1100" dirty="0" err="1"/>
              <a:t>aes_key</a:t>
            </a:r>
            <a:r>
              <a:rPr sz="1100" dirty="0"/>
              <a:t> = </a:t>
            </a:r>
            <a:r>
              <a:rPr sz="1100" dirty="0" err="1"/>
              <a:t>get_random_bytes</a:t>
            </a:r>
            <a:r>
              <a:rPr sz="1100" dirty="0"/>
              <a:t>(32)  # 256-bit</a:t>
            </a:r>
            <a:br>
              <a:rPr sz="1100" dirty="0"/>
            </a:br>
            <a:r>
              <a:rPr sz="1100" dirty="0"/>
              <a:t>iv      = </a:t>
            </a:r>
            <a:r>
              <a:rPr sz="1100" dirty="0" err="1"/>
              <a:t>get_random_bytes</a:t>
            </a:r>
            <a:r>
              <a:rPr sz="1100" dirty="0"/>
              <a:t>(16)  # 128-bit IV</a:t>
            </a:r>
            <a:br>
              <a:rPr sz="1100" dirty="0"/>
            </a:br>
            <a:br>
              <a:rPr sz="1100" dirty="0"/>
            </a:br>
            <a:r>
              <a:rPr sz="1100" dirty="0"/>
              <a:t># 2. Encrypt file data</a:t>
            </a:r>
            <a:br>
              <a:rPr sz="1100" dirty="0"/>
            </a:br>
            <a:r>
              <a:rPr sz="1100" dirty="0"/>
              <a:t>cipher = </a:t>
            </a:r>
            <a:r>
              <a:rPr sz="1100" dirty="0" err="1"/>
              <a:t>AES.new</a:t>
            </a:r>
            <a:r>
              <a:rPr sz="1100" dirty="0"/>
              <a:t>(</a:t>
            </a:r>
            <a:r>
              <a:rPr sz="1100" dirty="0" err="1"/>
              <a:t>aes_key</a:t>
            </a:r>
            <a:r>
              <a:rPr sz="1100" dirty="0"/>
              <a:t>, AES.MODE_CBC, iv)</a:t>
            </a:r>
            <a:br>
              <a:rPr sz="1100" dirty="0"/>
            </a:br>
            <a:r>
              <a:rPr sz="1100" dirty="0"/>
              <a:t>ciphertext = </a:t>
            </a:r>
            <a:r>
              <a:rPr sz="1100" dirty="0" err="1"/>
              <a:t>cipher.encrypt</a:t>
            </a:r>
            <a:r>
              <a:rPr sz="1100" dirty="0"/>
              <a:t>(pad(data, 16))</a:t>
            </a:r>
            <a:br>
              <a:rPr sz="1100" dirty="0"/>
            </a:br>
            <a:br>
              <a:rPr sz="1100" dirty="0"/>
            </a:br>
            <a:r>
              <a:rPr sz="1100" dirty="0"/>
              <a:t># 3. HMAC integrity tag</a:t>
            </a:r>
            <a:br>
              <a:rPr sz="1100" dirty="0"/>
            </a:br>
            <a:r>
              <a:rPr sz="1100" dirty="0"/>
              <a:t>mac = </a:t>
            </a:r>
            <a:r>
              <a:rPr sz="1100" dirty="0" err="1"/>
              <a:t>hmac.new</a:t>
            </a:r>
            <a:r>
              <a:rPr sz="1100" dirty="0"/>
              <a:t>(</a:t>
            </a:r>
            <a:r>
              <a:rPr sz="1100" dirty="0" err="1"/>
              <a:t>aes_key</a:t>
            </a:r>
            <a:r>
              <a:rPr sz="1100" dirty="0"/>
              <a:t>, </a:t>
            </a:r>
            <a:r>
              <a:rPr sz="1100" dirty="0" err="1"/>
              <a:t>iv+ciphertext</a:t>
            </a:r>
            <a:r>
              <a:rPr sz="1100" dirty="0"/>
              <a:t>,</a:t>
            </a:r>
            <a:br>
              <a:rPr sz="1100" dirty="0"/>
            </a:br>
            <a:r>
              <a:rPr sz="1100" dirty="0"/>
              <a:t>              hashlib.sha256).digest()</a:t>
            </a:r>
            <a:br>
              <a:rPr sz="1100" dirty="0"/>
            </a:br>
            <a:br>
              <a:rPr sz="1100" dirty="0"/>
            </a:br>
            <a:r>
              <a:rPr sz="1100" dirty="0"/>
              <a:t># 4. Encrypt AES key with RSA</a:t>
            </a:r>
            <a:br>
              <a:rPr sz="1100" dirty="0"/>
            </a:br>
            <a:r>
              <a:rPr sz="1100" dirty="0" err="1"/>
              <a:t>rsa_key</a:t>
            </a:r>
            <a:r>
              <a:rPr sz="1100" dirty="0"/>
              <a:t> = </a:t>
            </a:r>
            <a:r>
              <a:rPr sz="1100" dirty="0" err="1"/>
              <a:t>RSA.import_key</a:t>
            </a:r>
            <a:r>
              <a:rPr sz="1100" dirty="0"/>
              <a:t>(</a:t>
            </a:r>
            <a:r>
              <a:rPr sz="1100" dirty="0" err="1"/>
              <a:t>pub_pem</a:t>
            </a:r>
            <a:r>
              <a:rPr sz="1100" dirty="0"/>
              <a:t>)</a:t>
            </a:r>
            <a:br>
              <a:rPr sz="1100" dirty="0"/>
            </a:br>
            <a:r>
              <a:rPr sz="1100" dirty="0" err="1"/>
              <a:t>cipher_rsa</a:t>
            </a:r>
            <a:r>
              <a:rPr sz="1100" dirty="0"/>
              <a:t> = PKCS1_OAEP.new(</a:t>
            </a:r>
            <a:r>
              <a:rPr sz="1100" dirty="0" err="1"/>
              <a:t>rsa_key</a:t>
            </a:r>
            <a:r>
              <a:rPr sz="1100" dirty="0"/>
              <a:t>)</a:t>
            </a:r>
            <a:br>
              <a:rPr sz="1100" dirty="0"/>
            </a:br>
            <a:r>
              <a:rPr sz="1100" dirty="0" err="1"/>
              <a:t>enc_key</a:t>
            </a:r>
            <a:r>
              <a:rPr sz="1100" dirty="0"/>
              <a:t> = </a:t>
            </a:r>
            <a:r>
              <a:rPr sz="1100" dirty="0" err="1"/>
              <a:t>cipher_rsa.encrypt</a:t>
            </a:r>
            <a:r>
              <a:rPr sz="1100" dirty="0"/>
              <a:t>(</a:t>
            </a:r>
            <a:r>
              <a:rPr sz="1100" dirty="0" err="1"/>
              <a:t>aes_key</a:t>
            </a:r>
            <a:r>
              <a:rPr sz="1100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4" y="1993403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Module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4" y="2345828"/>
            <a:ext cx="4629149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8B949E"/>
                </a:solidFill>
              </a:defRPr>
            </a:pPr>
            <a:r>
              <a:rPr sz="1000" dirty="0"/>
              <a:t>app.py ← PyQt6 desktop app</a:t>
            </a:r>
            <a:br>
              <a:rPr sz="1000" dirty="0"/>
            </a:br>
            <a:r>
              <a:rPr sz="1000" dirty="0"/>
              <a:t>hybrid_crypto.py ← Core engine</a:t>
            </a:r>
            <a:br>
              <a:rPr sz="1000" dirty="0"/>
            </a:br>
            <a:r>
              <a:rPr sz="1000" dirty="0"/>
              <a:t>cli.py ← Terminal CLI</a:t>
            </a:r>
            <a:br>
              <a:rPr sz="1000" dirty="0"/>
            </a:br>
            <a:r>
              <a:rPr sz="1000" dirty="0"/>
              <a:t>test_crypto.py ← 10 tests (all pass)</a:t>
            </a:r>
            <a:br>
              <a:rPr sz="1000" dirty="0"/>
            </a:br>
            <a:r>
              <a:rPr sz="1000" dirty="0" err="1"/>
              <a:t>dist</a:t>
            </a:r>
            <a:r>
              <a:rPr sz="1000" dirty="0"/>
              <a:t>/HybridCrypto.exe ← Standalone .exe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4" y="4117478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4" y="4469903"/>
            <a:ext cx="462914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000" dirty="0"/>
              <a:t>• </a:t>
            </a:r>
            <a:r>
              <a:rPr sz="1000" dirty="0" err="1"/>
              <a:t>PyCryptodome</a:t>
            </a:r>
            <a:r>
              <a:rPr sz="1000" dirty="0"/>
              <a:t> 3.19+ (crypto primitives)</a:t>
            </a:r>
            <a:br>
              <a:rPr sz="1000" dirty="0"/>
            </a:br>
            <a:r>
              <a:rPr sz="1000" dirty="0"/>
              <a:t>• PyQt6 6.6+ (desktop UI framework)</a:t>
            </a:r>
            <a:br>
              <a:rPr sz="1000" dirty="0"/>
            </a:br>
            <a:r>
              <a:rPr sz="1000" dirty="0"/>
              <a:t>• </a:t>
            </a:r>
            <a:r>
              <a:rPr sz="1000" dirty="0" err="1"/>
              <a:t>PyInstaller</a:t>
            </a:r>
            <a:r>
              <a:rPr sz="1000" dirty="0"/>
              <a:t> (standalone .exe build)</a:t>
            </a:r>
            <a:br>
              <a:rPr sz="1000" dirty="0"/>
            </a:br>
            <a:r>
              <a:rPr sz="1000" dirty="0"/>
              <a:t>• Python 3.8+ standard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924" y="938845"/>
            <a:ext cx="668982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rPr dirty="0"/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245542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Step 1: Key 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9457" y="3392684"/>
            <a:ext cx="310514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rPr sz="1000"/>
              <a:t>python cli.py keygen \</a:t>
            </a:r>
            <a:br>
              <a:rPr sz="1000"/>
            </a:br>
            <a:r>
              <a:rPr sz="1000"/>
              <a:t>  --private keys/private.pem \</a:t>
            </a:r>
            <a:br>
              <a:rPr sz="1000"/>
            </a:br>
            <a:r>
              <a:rPr sz="1000"/>
              <a:t>  --public  keys/public.pem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4" y="4240113"/>
            <a:ext cx="310514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rPr sz="1000" dirty="0"/>
              <a:t>Generates RSA-2048 key pair with SHA-256 fingerprint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34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E3B341"/>
                </a:solidFill>
              </a:defRPr>
            </a:pPr>
            <a:r>
              <a:t>Step 2: Encrypt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8957" y="3392684"/>
            <a:ext cx="310514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rPr sz="1000"/>
              <a:t>python cli.py encrypt \</a:t>
            </a:r>
            <a:br>
              <a:rPr sz="1000"/>
            </a:br>
            <a:r>
              <a:rPr sz="1000"/>
              <a:t>  --input  secret.txt \</a:t>
            </a:r>
            <a:br>
              <a:rPr sz="1000"/>
            </a:br>
            <a:r>
              <a:rPr sz="1000"/>
              <a:t>  --output secret.enc \</a:t>
            </a:r>
            <a:br>
              <a:rPr sz="1000"/>
            </a:br>
            <a:r>
              <a:rPr sz="1000"/>
              <a:t>  --key    keys/public.pem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3424" y="4428678"/>
            <a:ext cx="310514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rPr sz="1000" dirty="0"/>
              <a:t>Produces encrypted .enc bundle unreadable without private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9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Step 3: Decrypt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8457" y="3392684"/>
            <a:ext cx="310514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rPr sz="1000"/>
              <a:t>python cli.py decrypt \</a:t>
            </a:r>
            <a:br>
              <a:rPr sz="1000"/>
            </a:br>
            <a:r>
              <a:rPr sz="1000"/>
              <a:t>  --input  secret.enc \</a:t>
            </a:r>
            <a:br>
              <a:rPr sz="1000"/>
            </a:br>
            <a:r>
              <a:rPr sz="1000"/>
              <a:t>  --output recovered.txt \</a:t>
            </a:r>
            <a:br>
              <a:rPr sz="1000"/>
            </a:br>
            <a:r>
              <a:rPr sz="1000"/>
              <a:t>  --key    keys/private.pem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924" y="4428678"/>
            <a:ext cx="310514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rPr sz="1000"/>
              <a:t>HMAC verified first; plaintext restored if integrity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4" y="5483869"/>
            <a:ext cx="10115549" cy="338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5">
                <a:solidFill>
                  <a:srgbClr val="8B949E"/>
                </a:solidFill>
              </a:defRPr>
            </a:pPr>
            <a:r>
              <a:t>Tamper Detection Demo: Flip bits in .enc file → INTEGRITY CHECK FAILED → Decryption aborted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88"/>
            <a:ext cx="12198020" cy="68613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199" y="1383307"/>
            <a:ext cx="93717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rPr dirty="0"/>
              <a:t>GUI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691282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Desktop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4" y="269140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</a:defRPr>
            </a:pPr>
            <a:r>
              <a:t>User-Friendly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4" y="3120032"/>
            <a:ext cx="4629149" cy="645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We built a fully featured PyQt6 Desktop Application to make encryption accessible to non-technical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4" y="3784699"/>
            <a:ext cx="443864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rPr sz="1100"/>
              <a:t>Dashboard: Real-time system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4" y="4024610"/>
            <a:ext cx="443864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rPr sz="1100"/>
              <a:t>Key Generation: One-click RSA key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4" y="4264521"/>
            <a:ext cx="443864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rPr sz="1100"/>
              <a:t>File Pickers: Easy browse for files &amp;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8724" y="4504432"/>
            <a:ext cx="443864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rPr sz="1100"/>
              <a:t>Live Logging: See background tasks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4" y="269140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Standalone Executable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597" y="3209120"/>
            <a:ext cx="174730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E6EDF3"/>
                </a:solidFill>
              </a:defRPr>
            </a:pPr>
            <a:r>
              <a:rPr sz="1100" dirty="0" err="1"/>
              <a:t>dist</a:t>
            </a:r>
            <a:r>
              <a:rPr sz="1100" dirty="0"/>
              <a:t>\HybridCrypto.exe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4" y="3668613"/>
            <a:ext cx="4629149" cy="30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No Python installation required. Double-click to run on any Windows machine.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4" y="4507706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Threaded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4" y="4860131"/>
            <a:ext cx="4629149" cy="3347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dirty="0"/>
              <a:t>Heavy </a:t>
            </a:r>
            <a:r>
              <a:rPr sz="1200" dirty="0"/>
              <a:t>cryptographic</a:t>
            </a:r>
            <a:r>
              <a:rPr dirty="0"/>
              <a:t> tasks run on background threads, ensuring the UI remains perfectly smooth and responsive.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59" y="940594"/>
            <a:ext cx="858142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rPr dirty="0"/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247775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4" y="224790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Test Suite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9702" y="2781302"/>
            <a:ext cx="3256359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dirty="0"/>
              <a:t>Test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6062" y="2781302"/>
            <a:ext cx="137279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9702" y="3171827"/>
            <a:ext cx="325635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Empty file (0 bytes)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6062" y="3171827"/>
            <a:ext cx="1372790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9702" y="3548064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Small text (27 bytes)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6062" y="3548064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9702" y="3929064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Multiline text (440 bytes)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062" y="3929064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9702" y="4310064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Binary data (4 KB)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6062" y="4310064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9702" y="4691064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Large file (512 KB)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6062" y="4691064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9702" y="5072064"/>
            <a:ext cx="3256359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Tamper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6062" y="5072064"/>
            <a:ext cx="137279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9702" y="5453064"/>
            <a:ext cx="3256359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SHA-256 hash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062" y="5453064"/>
            <a:ext cx="1372790" cy="4714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4" y="224790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4" y="2638425"/>
            <a:ext cx="153516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Key Generation (2048-bit)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4119" y="2638425"/>
            <a:ext cx="32965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58A6FF"/>
                </a:solidFill>
              </a:defRPr>
            </a:pPr>
            <a:r>
              <a:t>~0.5s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4" y="3057525"/>
            <a:ext cx="115371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 MB file 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6117" y="3057525"/>
            <a:ext cx="29765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&lt;0.1s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4" y="3476625"/>
            <a:ext cx="115639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 MB file decryption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56117" y="3476625"/>
            <a:ext cx="29765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&lt;0.1s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4" y="3895725"/>
            <a:ext cx="130998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100 MB file encryption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6798" y="3895725"/>
            <a:ext cx="32697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E3B341"/>
                </a:solidFill>
              </a:defRPr>
            </a:pPr>
            <a:r>
              <a:t>~3.5s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4" y="4943475"/>
            <a:ext cx="4629149" cy="763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✓ SHA-256 hashes match before/after in all test cases</a:t>
            </a:r>
            <a:br/>
            <a:r>
              <a:t>✓ All 10 unit tests pass (0 failures)</a:t>
            </a:r>
            <a:br/>
            <a:r>
              <a:t>✓ Supports text, binary, PDF, image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759" y="1084658"/>
            <a:ext cx="93851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1390054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Security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4" y="2390179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4" y="2799754"/>
            <a:ext cx="1955303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Brute-force resistance (AES-256)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5494" y="27997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4" y="3218854"/>
            <a:ext cx="205680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Key exchange security (RSA-2048)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663" y="3218854"/>
            <a:ext cx="30971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4" y="3637954"/>
            <a:ext cx="206677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Tamper detection (HMAC-SHA256)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494" y="36379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4" y="4057054"/>
            <a:ext cx="1971079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Padding oracle resistance (OAEP)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7663" y="4057054"/>
            <a:ext cx="30971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4" y="4476154"/>
            <a:ext cx="193982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Pattern concealment (random IV)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494" y="44761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4" y="2390179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Known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4" y="2780704"/>
            <a:ext cx="462914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200" dirty="0"/>
              <a:t>• Private key stored unencrypted on disk</a:t>
            </a:r>
            <a:br>
              <a:rPr sz="1200" dirty="0"/>
            </a:br>
            <a:r>
              <a:rPr sz="1200" dirty="0"/>
              <a:t>• No perfect forward secrecy (RSA reuse)</a:t>
            </a:r>
            <a:br>
              <a:rPr sz="1200" dirty="0"/>
            </a:br>
            <a:r>
              <a:rPr sz="1200" dirty="0"/>
              <a:t>• No key revocation mechanism</a:t>
            </a:r>
            <a:br>
              <a:rPr sz="1200" dirty="0"/>
            </a:br>
            <a:r>
              <a:rPr sz="1200" dirty="0"/>
              <a:t>• Single-recipient encryption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4" y="430053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Future Improvements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4" y="4691062"/>
            <a:ext cx="462914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200"/>
              <a:t>• Passphrase-protected private key (AES-256-GCM wrapping)</a:t>
            </a:r>
            <a:br>
              <a:rPr sz="1200"/>
            </a:br>
            <a:r>
              <a:rPr sz="1200"/>
              <a:t>• Digital signatures (RSA + SHA-256)</a:t>
            </a:r>
            <a:br>
              <a:rPr sz="1200"/>
            </a:br>
            <a:r>
              <a:rPr sz="1200"/>
              <a:t>• Elliptic Curve Cryptography (ECDH)</a:t>
            </a:r>
            <a:br>
              <a:rPr sz="1200"/>
            </a:br>
            <a:r>
              <a:rPr sz="1200"/>
              <a:t>• Multi-recipient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42048" y="778668"/>
            <a:ext cx="1307901" cy="136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0">
                <a:solidFill>
                  <a:srgbClr val="F0F6FC"/>
                </a:solidFill>
              </a:defRPr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1196" y="2045493"/>
            <a:ext cx="4469605" cy="631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840" b="1">
                <a:solidFill>
                  <a:srgbClr val="F0F6FC"/>
                </a:solidFill>
              </a:defRPr>
            </a:pPr>
            <a:r>
              <a:t>Project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499" y="2696170"/>
            <a:ext cx="6476999" cy="918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t>We successfully implemented a Secure File Encryption System combining RSA-2048, AES-256-CBC, and HMAC-SHA256. The system provides confidentiality, integrity, and authenticity for any file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55938" y="5852666"/>
            <a:ext cx="2880121" cy="321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>
                <a:solidFill>
                  <a:srgbClr val="8B949E"/>
                </a:solidFill>
              </a:defRPr>
            </a:pPr>
            <a:r>
              <a:t>Information Security — Group Project  | 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1129</Words>
  <Application>Microsoft Office PowerPoint</Application>
  <PresentationFormat>Widescreen</PresentationFormat>
  <Paragraphs>156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FA23-BCS-167(WAQAS UL HASAN)</cp:lastModifiedBy>
  <cp:revision>3</cp:revision>
  <dcterms:created xsi:type="dcterms:W3CDTF">2013-01-27T09:14:16Z</dcterms:created>
  <dcterms:modified xsi:type="dcterms:W3CDTF">2026-05-24T16:10:37Z</dcterms:modified>
  <cp:category/>
</cp:coreProperties>
</file>